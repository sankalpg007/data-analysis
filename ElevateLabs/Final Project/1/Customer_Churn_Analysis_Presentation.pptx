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Telecom Industry – ML Project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churn and derive actionable strategies to retain users in a highly competitive telecom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(Pandas, Scikit-learn, SHAP)</a:t>
            </a:r>
          </a:p>
          <a:p>
            <a:r>
              <a:t>• SQL</a:t>
            </a:r>
          </a:p>
          <a:p>
            <a:r>
              <a:t>• Jupyter Notebook</a:t>
            </a:r>
          </a:p>
          <a:p>
            <a:r>
              <a:t>• PowerPoint for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Preprocessing (handling missing values, encoding)</a:t>
            </a:r>
          </a:p>
          <a:p>
            <a:r>
              <a:t>2. Train/Test split and model training using RandomForest</a:t>
            </a:r>
          </a:p>
          <a:p>
            <a:r>
              <a:t>3. Model Evaluation</a:t>
            </a:r>
          </a:p>
          <a:p>
            <a:r>
              <a:t>4. SHAP Explainability for Feature Importance</a:t>
            </a:r>
          </a:p>
          <a:p>
            <a:r>
              <a:t>5. Customer Segmentation by Churn Probability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 Result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182880">
                <a:tc>
                  <a:txBody>
                    <a:bodyPr/>
                    <a:lstStyle/>
                    <a:p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Number of Customers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Loyal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3944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Dormant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1363</a:t>
                      </a:r>
                    </a:p>
                  </a:txBody>
                  <a:tcPr/>
                </a:tc>
              </a:tr>
              <a:tr h="182880">
                <a:tc>
                  <a:txBody>
                    <a:bodyPr/>
                    <a:lstStyle/>
                    <a:p>
                      <a:r>
                        <a:t>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Target 'At Risk' customers with personalized offers and proactive service.</a:t>
            </a:r>
          </a:p>
          <a:p>
            <a:r>
              <a:t>• Reward 'Loyal' customers to reinforce positive behavior.</a:t>
            </a:r>
          </a:p>
          <a:p>
            <a:r>
              <a:t>• Analyze 'Dormant' users for potential service reactivation or churn.</a:t>
            </a:r>
          </a:p>
          <a:p>
            <a:r>
              <a:t>• Use SHAP insights to address key churn-driving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